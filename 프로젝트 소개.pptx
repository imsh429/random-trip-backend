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 autoCompressPictures="0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7556475" cy="9875500"/>
  <p:notesSz cx="9875500" cy="1755647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3109"/>
        <p:guide pos="552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presProps" Target="presProps.xml"  /><Relationship Id="rId17" Type="http://schemas.openxmlformats.org/officeDocument/2006/relationships/viewProps" Target="viewProps.xml"  /><Relationship Id="rId18" Type="http://schemas.openxmlformats.org/officeDocument/2006/relationships/theme" Target="theme/theme1.xml"  /><Relationship Id="rId19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 noTextEdi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.xml"  /><Relationship Id="rId3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.xml"  /><Relationship Id="rId3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3.xml"  /><Relationship Id="rId3" Type="http://schemas.openxmlformats.org/officeDocument/2006/relationships/image" Target="../media/image3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4.xml"  /><Relationship Id="rId3" Type="http://schemas.openxmlformats.org/officeDocument/2006/relationships/image" Target="../media/image4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5.xml"  /><Relationship Id="rId3" Type="http://schemas.openxmlformats.org/officeDocument/2006/relationships/image" Target="../media/image5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6.xml"  /><Relationship Id="rId3" Type="http://schemas.openxmlformats.org/officeDocument/2006/relationships/image" Target="../media/image6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7.xml"  /><Relationship Id="rId3" Type="http://schemas.openxmlformats.org/officeDocument/2006/relationships/image" Target="../media/image7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8.xml"  /><Relationship Id="rId3" Type="http://schemas.openxmlformats.org/officeDocument/2006/relationships/image" Target="../media/image8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9.xml"  /><Relationship Id="rId3" Type="http://schemas.openxmlformats.org/officeDocument/2006/relationships/image" Target="../media/image9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0.xml"  /><Relationship Id="rId3" Type="http://schemas.openxmlformats.org/officeDocument/2006/relationships/image" Target="../media/image10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1.xml"  /><Relationship Id="rId3" Type="http://schemas.openxmlformats.org/officeDocument/2006/relationships/image" Target="../media/image11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2.xml"  /><Relationship Id="rId3" Type="http://schemas.openxmlformats.org/officeDocument/2006/relationships/image" Target="../media/image12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3.xml"  /><Relationship Id="rId3" Type="http://schemas.openxmlformats.org/officeDocument/2006/relationships/image" Target="../media/image13.png"  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" name="Google Shape;2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556480" cy="9875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" name="Google Shape;2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556480" cy="9875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4" name="Google Shape;3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556480" cy="9875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0" name="Google Shape;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556480" cy="9875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6" name="Google Shape;4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556480" cy="9875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2" name="Google Shape;5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556480" cy="9875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8" name="Google Shape;5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556480" cy="9875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4" name="Google Shape;6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556480" cy="9875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0" name="Google Shape;7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556480" cy="9875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6" name="Google Shape;7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556480" cy="9875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2" name="Google Shape;8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556480" cy="9875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8" name="Google Shape;8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556480" cy="9875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556480" cy="9875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0</ep:Words>
  <ep:PresentationFormat/>
  <ep:Paragraphs>0</ep:Paragraphs>
  <ep:Slides>13</ep:Slides>
  <ep:Notes>13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ep:HeadingPairs>
  <ep:TitlesOfParts>
    <vt:vector size="14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2025-06-22T16:46:49.000</dcterms:created>
  <dc:creator>mangoboard.net_49208664</dc:creator>
  <cp:lastModifiedBy>seohyeon</cp:lastModifiedBy>
  <dcterms:modified xsi:type="dcterms:W3CDTF">2026-05-12T11:52:55.578</dcterms:modified>
  <cp:revision>1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